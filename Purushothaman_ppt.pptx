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503030501040103" pitchFamily="34" charset="0"/>
      <p:regular r:id="rId15"/>
    </p:embeddedFont>
    <p:embeddedFont>
      <p:font typeface="Canva Sans Bold" panose="020B0803030501040103"/>
      <p:regular r:id="rId16"/>
    </p:embeddedFont>
    <p:embeddedFont>
      <p:font typeface="Manison SemiExpanded"/>
      <p:regular r:id="rId17"/>
    </p:embeddedFont>
    <p:embeddedFont>
      <p:font typeface="Manison SemiExpanded Bold"/>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4.fntdata"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3.fntdata" /><Relationship Id="rId2" Type="http://schemas.openxmlformats.org/officeDocument/2006/relationships/slide" Target="slides/slide1.xml" /><Relationship Id="rId16" Type="http://schemas.openxmlformats.org/officeDocument/2006/relationships/font" Target="fonts/font2.fntdata"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1.fntdata"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2.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3.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4.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5.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6.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7.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8.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9.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10.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18" Type="http://schemas.openxmlformats.org/officeDocument/2006/relationships/image" Target="../media/image17.jpe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11.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12.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_rels/slide13.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sv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17" Type="http://schemas.openxmlformats.org/officeDocument/2006/relationships/image" Target="../media/image16.sv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5" Type="http://schemas.openxmlformats.org/officeDocument/2006/relationships/image" Target="../media/image1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 Id="rId14" Type="http://schemas.openxmlformats.org/officeDocument/2006/relationships/image" Target="../media/image13.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6312406" y="1237821"/>
            <a:ext cx="6358725" cy="2249265"/>
          </a:xfrm>
          <a:prstGeom prst="rect">
            <a:avLst/>
          </a:prstGeom>
        </p:spPr>
        <p:txBody>
          <a:bodyPr lIns="0" tIns="0" rIns="0" bIns="0" rtlCol="0" anchor="t">
            <a:spAutoFit/>
          </a:bodyPr>
          <a:lstStyle/>
          <a:p>
            <a:pPr algn="ctr">
              <a:lnSpc>
                <a:spcPts val="8442"/>
              </a:lnSpc>
            </a:pPr>
            <a:r>
              <a:rPr lang="en-US" sz="10051" b="1">
                <a:solidFill>
                  <a:srgbClr val="5A3831"/>
                </a:solidFill>
                <a:latin typeface="Manison SemiExpanded Bold"/>
                <a:ea typeface="Manison SemiExpanded Bold"/>
                <a:cs typeface="Manison SemiExpanded Bold"/>
                <a:sym typeface="Manison SemiExpanded Bold"/>
              </a:rPr>
              <a:t>Digital Portfolio </a:t>
            </a:r>
          </a:p>
        </p:txBody>
      </p:sp>
      <p:sp>
        <p:nvSpPr>
          <p:cNvPr id="17" name="TextBox 17"/>
          <p:cNvSpPr txBox="1"/>
          <p:nvPr/>
        </p:nvSpPr>
        <p:spPr>
          <a:xfrm>
            <a:off x="832220" y="3788768"/>
            <a:ext cx="12966158" cy="3956789"/>
          </a:xfrm>
          <a:prstGeom prst="rect">
            <a:avLst/>
          </a:prstGeom>
        </p:spPr>
        <p:txBody>
          <a:bodyPr wrap="square" lIns="0" tIns="0" rIns="0" bIns="0" rtlCol="0" anchor="t">
            <a:spAutoFit/>
          </a:bodyPr>
          <a:lstStyle/>
          <a:p>
            <a:pPr algn="l">
              <a:lnSpc>
                <a:spcPts val="5178"/>
              </a:lnSpc>
            </a:pPr>
            <a:r>
              <a:rPr lang="en-US" sz="3698" b="1" dirty="0">
                <a:solidFill>
                  <a:srgbClr val="5A3831"/>
                </a:solidFill>
                <a:latin typeface="Canva Sans Bold"/>
                <a:ea typeface="Canva Sans Bold"/>
                <a:cs typeface="Canva Sans Bold"/>
                <a:sym typeface="Canva Sans Bold"/>
              </a:rPr>
              <a:t>STUDENT NAME: PURUSHOTHAMAN.E</a:t>
            </a:r>
          </a:p>
          <a:p>
            <a:pPr algn="l">
              <a:lnSpc>
                <a:spcPts val="5178"/>
              </a:lnSpc>
            </a:pPr>
            <a:r>
              <a:rPr lang="en-US" sz="3698" b="1" dirty="0">
                <a:solidFill>
                  <a:srgbClr val="5A3831"/>
                </a:solidFill>
                <a:latin typeface="Canva Sans Bold"/>
                <a:ea typeface="Canva Sans Bold"/>
                <a:cs typeface="Canva Sans Bold"/>
                <a:sym typeface="Canva Sans Bold"/>
              </a:rPr>
              <a:t>REGISTER NO: asunm1397222405969</a:t>
            </a:r>
          </a:p>
          <a:p>
            <a:pPr algn="l">
              <a:lnSpc>
                <a:spcPts val="5178"/>
              </a:lnSpc>
            </a:pPr>
            <a:r>
              <a:rPr lang="en-US" sz="3698" b="1" dirty="0">
                <a:solidFill>
                  <a:srgbClr val="5A3831"/>
                </a:solidFill>
                <a:latin typeface="Canva Sans Bold"/>
                <a:ea typeface="Canva Sans Bold"/>
                <a:cs typeface="Canva Sans Bold"/>
                <a:sym typeface="Canva Sans Bold"/>
              </a:rPr>
              <a:t>NMID: 1CBD96DB58C9382BCF640AE950A5CB42</a:t>
            </a:r>
          </a:p>
          <a:p>
            <a:pPr algn="l">
              <a:lnSpc>
                <a:spcPts val="5178"/>
              </a:lnSpc>
            </a:pPr>
            <a:r>
              <a:rPr lang="en-US" sz="3698" b="1" dirty="0">
                <a:solidFill>
                  <a:srgbClr val="5A3831"/>
                </a:solidFill>
                <a:latin typeface="Canva Sans Bold"/>
                <a:ea typeface="Canva Sans Bold"/>
                <a:cs typeface="Canva Sans Bold"/>
                <a:sym typeface="Canva Sans Bold"/>
              </a:rPr>
              <a:t>DEPARTMENT: B.SC COMPUTER SCIENCE</a:t>
            </a:r>
          </a:p>
          <a:p>
            <a:pPr algn="l">
              <a:lnSpc>
                <a:spcPts val="5178"/>
              </a:lnSpc>
            </a:pPr>
            <a:r>
              <a:rPr lang="en-US" sz="3698" b="1" dirty="0">
                <a:solidFill>
                  <a:srgbClr val="5A3831"/>
                </a:solidFill>
                <a:latin typeface="Canva Sans Bold"/>
                <a:ea typeface="Canva Sans Bold"/>
                <a:cs typeface="Canva Sans Bold"/>
                <a:sym typeface="Canva Sans Bold"/>
              </a:rPr>
              <a:t>COLLEGE: SRM ARTS AND SCIENCE COLLEGE</a:t>
            </a:r>
          </a:p>
          <a:p>
            <a:pPr algn="l">
              <a:lnSpc>
                <a:spcPts val="5178"/>
              </a:lnSpc>
            </a:pPr>
            <a:r>
              <a:rPr lang="en-US" sz="3698" b="1" dirty="0">
                <a:solidFill>
                  <a:srgbClr val="5A3831"/>
                </a:solidFill>
                <a:latin typeface="Canva Sans Bold"/>
                <a:ea typeface="Canva Sans Bold"/>
                <a:cs typeface="Canva Sans Bold"/>
                <a:sym typeface="Canva Sans Bold"/>
              </a:rPr>
              <a:t>UNIVERSITY: MADRAS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4023618" y="2615088"/>
            <a:ext cx="6570198" cy="807050"/>
          </a:xfrm>
          <a:prstGeom prst="rect">
            <a:avLst/>
          </a:prstGeom>
        </p:spPr>
        <p:txBody>
          <a:bodyPr lIns="0" tIns="0" rIns="0" bIns="0" rtlCol="0" anchor="t">
            <a:spAutoFit/>
          </a:bodyPr>
          <a:lstStyle/>
          <a:p>
            <a:pPr algn="ctr">
              <a:lnSpc>
                <a:spcPts val="5730"/>
              </a:lnSpc>
            </a:pPr>
            <a:r>
              <a:rPr lang="en-US" sz="6822" b="1">
                <a:solidFill>
                  <a:srgbClr val="5A3831"/>
                </a:solidFill>
                <a:latin typeface="Manison SemiExpanded Bold"/>
                <a:ea typeface="Manison SemiExpanded Bold"/>
                <a:cs typeface="Manison SemiExpanded Bold"/>
                <a:sym typeface="Manison SemiExpanded Bold"/>
              </a:rPr>
              <a:t>Project  Title </a:t>
            </a:r>
          </a:p>
        </p:txBody>
      </p:sp>
      <p:sp>
        <p:nvSpPr>
          <p:cNvPr id="17" name="TextBox 17"/>
          <p:cNvSpPr txBox="1"/>
          <p:nvPr/>
        </p:nvSpPr>
        <p:spPr>
          <a:xfrm>
            <a:off x="5666095" y="4512762"/>
            <a:ext cx="10263134" cy="1566544"/>
          </a:xfrm>
          <a:prstGeom prst="rect">
            <a:avLst/>
          </a:prstGeom>
        </p:spPr>
        <p:txBody>
          <a:bodyPr lIns="0" tIns="0" rIns="0" bIns="0" rtlCol="0" anchor="t">
            <a:spAutoFit/>
          </a:bodyPr>
          <a:lstStyle/>
          <a:p>
            <a:pPr algn="ctr">
              <a:lnSpc>
                <a:spcPts val="12880"/>
              </a:lnSpc>
            </a:pPr>
            <a:r>
              <a:rPr lang="en-US" sz="9200" b="1">
                <a:solidFill>
                  <a:srgbClr val="5A3831"/>
                </a:solidFill>
                <a:latin typeface="Manison SemiExpanded Bold"/>
                <a:ea typeface="Manison SemiExpanded Bold"/>
                <a:cs typeface="Manison SemiExpanded Bold"/>
                <a:sym typeface="Manison SemiExpanded Bold"/>
              </a:rPr>
              <a:t>Digital Portfolio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4920198" y="2416804"/>
            <a:ext cx="8447605"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Agenda </a:t>
            </a:r>
          </a:p>
        </p:txBody>
      </p:sp>
      <p:sp>
        <p:nvSpPr>
          <p:cNvPr id="17" name="TextBox 17"/>
          <p:cNvSpPr txBox="1"/>
          <p:nvPr/>
        </p:nvSpPr>
        <p:spPr>
          <a:xfrm>
            <a:off x="6800686" y="3376912"/>
            <a:ext cx="6774045" cy="4791075"/>
          </a:xfrm>
          <a:prstGeom prst="rect">
            <a:avLst/>
          </a:prstGeom>
        </p:spPr>
        <p:txBody>
          <a:bodyPr lIns="0" tIns="0" rIns="0" bIns="0" rtlCol="0" anchor="t">
            <a:spAutoFit/>
          </a:bodyPr>
          <a:lstStyle/>
          <a:p>
            <a:pPr algn="l">
              <a:lnSpc>
                <a:spcPts val="4200"/>
              </a:lnSpc>
            </a:pPr>
            <a:r>
              <a:rPr lang="en-US" sz="3000">
                <a:solidFill>
                  <a:srgbClr val="5A3831"/>
                </a:solidFill>
                <a:latin typeface="Manison SemiExpanded"/>
                <a:ea typeface="Manison SemiExpanded"/>
                <a:cs typeface="Manison SemiExpanded"/>
                <a:sym typeface="Manison SemiExpanded"/>
              </a:rPr>
              <a:t>1.Problem Statement</a:t>
            </a:r>
          </a:p>
          <a:p>
            <a:pPr algn="l">
              <a:lnSpc>
                <a:spcPts val="4200"/>
              </a:lnSpc>
            </a:pPr>
            <a:r>
              <a:rPr lang="en-US" sz="3000">
                <a:solidFill>
                  <a:srgbClr val="5A3831"/>
                </a:solidFill>
                <a:latin typeface="Manison SemiExpanded"/>
                <a:ea typeface="Manison SemiExpanded"/>
                <a:cs typeface="Manison SemiExpanded"/>
                <a:sym typeface="Manison SemiExpanded"/>
              </a:rPr>
              <a:t>2.Project  Overview</a:t>
            </a:r>
          </a:p>
          <a:p>
            <a:pPr algn="l">
              <a:lnSpc>
                <a:spcPts val="4200"/>
              </a:lnSpc>
            </a:pPr>
            <a:r>
              <a:rPr lang="en-US" sz="3000">
                <a:solidFill>
                  <a:srgbClr val="5A3831"/>
                </a:solidFill>
                <a:latin typeface="Manison SemiExpanded"/>
                <a:ea typeface="Manison SemiExpanded"/>
                <a:cs typeface="Manison SemiExpanded"/>
                <a:sym typeface="Manison SemiExpanded"/>
              </a:rPr>
              <a:t>3.End  Users</a:t>
            </a:r>
          </a:p>
          <a:p>
            <a:pPr algn="l">
              <a:lnSpc>
                <a:spcPts val="4200"/>
              </a:lnSpc>
            </a:pPr>
            <a:r>
              <a:rPr lang="en-US" sz="3000">
                <a:solidFill>
                  <a:srgbClr val="5A3831"/>
                </a:solidFill>
                <a:latin typeface="Manison SemiExpanded"/>
                <a:ea typeface="Manison SemiExpanded"/>
                <a:cs typeface="Manison SemiExpanded"/>
                <a:sym typeface="Manison SemiExpanded"/>
              </a:rPr>
              <a:t>4.Tools  and Technologies</a:t>
            </a:r>
          </a:p>
          <a:p>
            <a:pPr algn="l">
              <a:lnSpc>
                <a:spcPts val="4200"/>
              </a:lnSpc>
            </a:pPr>
            <a:r>
              <a:rPr lang="en-US" sz="3000">
                <a:solidFill>
                  <a:srgbClr val="5A3831"/>
                </a:solidFill>
                <a:latin typeface="Manison SemiExpanded"/>
                <a:ea typeface="Manison SemiExpanded"/>
                <a:cs typeface="Manison SemiExpanded"/>
                <a:sym typeface="Manison SemiExpanded"/>
              </a:rPr>
              <a:t>5.Portfolio  design  and  Layout</a:t>
            </a:r>
          </a:p>
          <a:p>
            <a:pPr algn="l">
              <a:lnSpc>
                <a:spcPts val="4200"/>
              </a:lnSpc>
            </a:pPr>
            <a:r>
              <a:rPr lang="en-US" sz="3000">
                <a:solidFill>
                  <a:srgbClr val="5A3831"/>
                </a:solidFill>
                <a:latin typeface="Manison SemiExpanded"/>
                <a:ea typeface="Manison SemiExpanded"/>
                <a:cs typeface="Manison SemiExpanded"/>
                <a:sym typeface="Manison SemiExpanded"/>
              </a:rPr>
              <a:t>6.Features  and  Functionality</a:t>
            </a:r>
          </a:p>
          <a:p>
            <a:pPr algn="l">
              <a:lnSpc>
                <a:spcPts val="4200"/>
              </a:lnSpc>
            </a:pPr>
            <a:r>
              <a:rPr lang="en-US" sz="3000">
                <a:solidFill>
                  <a:srgbClr val="5A3831"/>
                </a:solidFill>
                <a:latin typeface="Manison SemiExpanded"/>
                <a:ea typeface="Manison SemiExpanded"/>
                <a:cs typeface="Manison SemiExpanded"/>
                <a:sym typeface="Manison SemiExpanded"/>
              </a:rPr>
              <a:t>7.Results  and  Screenshots</a:t>
            </a:r>
          </a:p>
          <a:p>
            <a:pPr algn="l">
              <a:lnSpc>
                <a:spcPts val="4200"/>
              </a:lnSpc>
            </a:pPr>
            <a:r>
              <a:rPr lang="en-US" sz="3000">
                <a:solidFill>
                  <a:srgbClr val="5A3831"/>
                </a:solidFill>
                <a:latin typeface="Manison SemiExpanded"/>
                <a:ea typeface="Manison SemiExpanded"/>
                <a:cs typeface="Manison SemiExpanded"/>
                <a:sym typeface="Manison SemiExpanded"/>
              </a:rPr>
              <a:t>8.Conclusion</a:t>
            </a:r>
          </a:p>
          <a:p>
            <a:pPr algn="l">
              <a:lnSpc>
                <a:spcPts val="4200"/>
              </a:lnSpc>
            </a:pPr>
            <a:r>
              <a:rPr lang="en-US" sz="3000">
                <a:solidFill>
                  <a:srgbClr val="5A3831"/>
                </a:solidFill>
                <a:latin typeface="Manison SemiExpanded"/>
                <a:ea typeface="Manison SemiExpanded"/>
                <a:cs typeface="Manison SemiExpanded"/>
                <a:sym typeface="Manison SemiExpanded"/>
              </a:rPr>
              <a:t>9.Github  Link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2981488" y="1751013"/>
            <a:ext cx="13572667"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Problem Statement </a:t>
            </a:r>
          </a:p>
        </p:txBody>
      </p:sp>
      <p:sp>
        <p:nvSpPr>
          <p:cNvPr id="17" name="TextBox 17"/>
          <p:cNvSpPr txBox="1"/>
          <p:nvPr/>
        </p:nvSpPr>
        <p:spPr>
          <a:xfrm>
            <a:off x="1480803" y="3399613"/>
            <a:ext cx="15673448" cy="4529869"/>
          </a:xfrm>
          <a:prstGeom prst="rect">
            <a:avLst/>
          </a:prstGeom>
        </p:spPr>
        <p:txBody>
          <a:bodyPr lIns="0" tIns="0" rIns="0" bIns="0" rtlCol="0" anchor="t">
            <a:spAutoFit/>
          </a:bodyPr>
          <a:lstStyle/>
          <a:p>
            <a:pPr algn="ctr">
              <a:lnSpc>
                <a:spcPts val="4482"/>
              </a:lnSpc>
            </a:pPr>
            <a:r>
              <a:rPr lang="en-US" sz="3201">
                <a:solidFill>
                  <a:srgbClr val="5A3831"/>
                </a:solidFill>
                <a:latin typeface="Manison SemiExpanded"/>
                <a:ea typeface="Manison SemiExpanded"/>
                <a:cs typeface="Manison SemiExpanded"/>
                <a:sym typeface="Manison SemiExpanded"/>
              </a:rPr>
              <a:t>In today’s competitive world, having only a resume is not enough to showcase skillsand achievements.Many students and professionals struggle to present their projects in an attractive way.Traditional resumes fail to highlight creativity and technical abilities effectively.A well-structured portfolio can act as a digital identity for individuals.The problem is the lack of a simple and professional solution for this need.This project focuses on solving that by creating a portfolio website.It helps individuals stand out and create a better impression.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2720438" y="1388507"/>
            <a:ext cx="13646415"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Project Overview </a:t>
            </a:r>
          </a:p>
        </p:txBody>
      </p:sp>
      <p:sp>
        <p:nvSpPr>
          <p:cNvPr id="17" name="TextBox 17"/>
          <p:cNvSpPr txBox="1"/>
          <p:nvPr/>
        </p:nvSpPr>
        <p:spPr>
          <a:xfrm>
            <a:off x="2289251" y="2847163"/>
            <a:ext cx="13709497" cy="5734574"/>
          </a:xfrm>
          <a:prstGeom prst="rect">
            <a:avLst/>
          </a:prstGeom>
        </p:spPr>
        <p:txBody>
          <a:bodyPr lIns="0" tIns="0" rIns="0" bIns="0" rtlCol="0" anchor="t">
            <a:spAutoFit/>
          </a:bodyPr>
          <a:lstStyle/>
          <a:p>
            <a:pPr algn="ctr">
              <a:lnSpc>
                <a:spcPts val="3770"/>
              </a:lnSpc>
            </a:pPr>
            <a:r>
              <a:rPr lang="en-US" sz="2693">
                <a:solidFill>
                  <a:srgbClr val="5A3831"/>
                </a:solidFill>
                <a:latin typeface="Manison SemiExpanded"/>
                <a:ea typeface="Manison SemiExpanded"/>
                <a:cs typeface="Manison SemiExpanded"/>
                <a:sym typeface="Manison SemiExpanded"/>
              </a:rPr>
              <a:t>The project aims to design and develop a personalportfolio website using web technologies. The portfolioThis project is about designing and developing a personal portfolio website.It acts as a one-stop platform to display skills, education, and achievements.highlights a user’s personal details, skills, education, andThe website is user-friendly and can be accessed anytime, anywhere.projects in an organized format. It focuses on creating aIt is designed with a professional layout to catch the attention of recruiters.clean layout that is both attractive and easy to navigate.Different sections are included for About Me, Skills, and Projects.HTML, CSS, and JavaScript are used to structure, style,The aim is to give users a digital space to highlight their work.and add interactivity. The final product provides anIt combines design, functionality, and accessibility in one platform.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713559" y="2008227"/>
            <a:ext cx="17105953"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Who are the End Users?</a:t>
            </a:r>
          </a:p>
        </p:txBody>
      </p:sp>
      <p:sp>
        <p:nvSpPr>
          <p:cNvPr id="17" name="TextBox 17"/>
          <p:cNvSpPr txBox="1"/>
          <p:nvPr/>
        </p:nvSpPr>
        <p:spPr>
          <a:xfrm>
            <a:off x="2000440" y="3101091"/>
            <a:ext cx="14287121" cy="5556891"/>
          </a:xfrm>
          <a:prstGeom prst="rect">
            <a:avLst/>
          </a:prstGeom>
        </p:spPr>
        <p:txBody>
          <a:bodyPr lIns="0" tIns="0" rIns="0" bIns="0" rtlCol="0" anchor="t">
            <a:spAutoFit/>
          </a:bodyPr>
          <a:lstStyle/>
          <a:p>
            <a:pPr algn="ctr">
              <a:lnSpc>
                <a:spcPts val="3664"/>
              </a:lnSpc>
            </a:pPr>
            <a:r>
              <a:rPr lang="en-US" sz="2617">
                <a:solidFill>
                  <a:srgbClr val="5A3831"/>
                </a:solidFill>
                <a:latin typeface="Manison SemiExpanded"/>
                <a:ea typeface="Manison SemiExpanded"/>
                <a:cs typeface="Manison SemiExpanded"/>
                <a:sym typeface="Manison SemiExpanded"/>
              </a:rPr>
              <a:t>The main users of this portfolio project are students, graduates,The primary users are students who want to showcase their work to recruiters.and job seekers who want to showcase their achievements online.Job seekers can use it to highlight their experience and skills effectively.It is also useful for freelancers and professionals to display theirFreelancers can use the portfolio to attract clients by showing past work.services and completed works. Employers and recruiters benefitRecruiters and employers can access portfolios to evaluate candidates easily.from accessing candidate information quickly and clearly.Teachers and institutions may also encourage students to use such platforms.Overall, it connects talent with opportunities in a professional manner.Institutions can encourage learners to create digital portfolios asIt benefits both the candidate and the evaluator equally.part of skill development. Thus, the portfolio serves multiple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2400085" y="1877530"/>
            <a:ext cx="14287121"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Tools and Techniques </a:t>
            </a:r>
          </a:p>
        </p:txBody>
      </p:sp>
      <p:sp>
        <p:nvSpPr>
          <p:cNvPr id="17" name="TextBox 17"/>
          <p:cNvSpPr txBox="1"/>
          <p:nvPr/>
        </p:nvSpPr>
        <p:spPr>
          <a:xfrm>
            <a:off x="1875975" y="3390088"/>
            <a:ext cx="14892933" cy="4180840"/>
          </a:xfrm>
          <a:prstGeom prst="rect">
            <a:avLst/>
          </a:prstGeom>
        </p:spPr>
        <p:txBody>
          <a:bodyPr lIns="0" tIns="0" rIns="0" bIns="0" rtlCol="0" anchor="t">
            <a:spAutoFit/>
          </a:bodyPr>
          <a:lstStyle/>
          <a:p>
            <a:pPr algn="ctr">
              <a:lnSpc>
                <a:spcPts val="4759"/>
              </a:lnSpc>
            </a:pPr>
            <a:r>
              <a:rPr lang="en-US" sz="3399">
                <a:solidFill>
                  <a:srgbClr val="5A3831"/>
                </a:solidFill>
                <a:latin typeface="Manison SemiExpanded"/>
                <a:ea typeface="Manison SemiExpanded"/>
                <a:cs typeface="Manison SemiExpanded"/>
                <a:sym typeface="Manison SemiExpanded"/>
              </a:rPr>
              <a:t>This project uses fundamental web development tools andtechnologies. HTML provides the structure of the website, while CSSis applied for design and styling. JavaScript is included to addinteractive elements and improve functionality. Coding is carried outusing a text editor such as Visual Studio Code. GitHub is used forhosting and sharing the project online. Browser developer tools assistin testing and debugging the final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3111136" y="1428968"/>
            <a:ext cx="12065728" cy="867917"/>
          </a:xfrm>
          <a:prstGeom prst="rect">
            <a:avLst/>
          </a:prstGeom>
        </p:spPr>
        <p:txBody>
          <a:bodyPr lIns="0" tIns="0" rIns="0" bIns="0" rtlCol="0" anchor="t">
            <a:spAutoFit/>
          </a:bodyPr>
          <a:lstStyle/>
          <a:p>
            <a:pPr algn="ctr">
              <a:lnSpc>
                <a:spcPts val="6120"/>
              </a:lnSpc>
            </a:pPr>
            <a:r>
              <a:rPr lang="en-US" sz="7285" b="1">
                <a:solidFill>
                  <a:srgbClr val="5A3831"/>
                </a:solidFill>
                <a:latin typeface="Manison SemiExpanded Bold"/>
                <a:ea typeface="Manison SemiExpanded Bold"/>
                <a:cs typeface="Manison SemiExpanded Bold"/>
                <a:sym typeface="Manison SemiExpanded Bold"/>
              </a:rPr>
              <a:t>DESIGN AND LAYOUT</a:t>
            </a:r>
          </a:p>
        </p:txBody>
      </p:sp>
      <p:sp>
        <p:nvSpPr>
          <p:cNvPr id="17" name="TextBox 17"/>
          <p:cNvSpPr txBox="1"/>
          <p:nvPr/>
        </p:nvSpPr>
        <p:spPr>
          <a:xfrm>
            <a:off x="2283428" y="2535010"/>
            <a:ext cx="14520434" cy="6380606"/>
          </a:xfrm>
          <a:prstGeom prst="rect">
            <a:avLst/>
          </a:prstGeom>
        </p:spPr>
        <p:txBody>
          <a:bodyPr lIns="0" tIns="0" rIns="0" bIns="0" rtlCol="0" anchor="t">
            <a:spAutoFit/>
          </a:bodyPr>
          <a:lstStyle/>
          <a:p>
            <a:pPr algn="ctr">
              <a:lnSpc>
                <a:spcPts val="4263"/>
              </a:lnSpc>
            </a:pPr>
            <a:r>
              <a:rPr lang="en-US" sz="3045">
                <a:solidFill>
                  <a:srgbClr val="5A3831"/>
                </a:solidFill>
                <a:latin typeface="Manison SemiExpanded"/>
                <a:ea typeface="Manison SemiExpanded"/>
                <a:cs typeface="Manison SemiExpanded"/>
                <a:sym typeface="Manison SemiExpanded"/>
              </a:rPr>
              <a:t>The portfolio is designed with a clean, modern, and minimal layout.It has sections such as Home, About, Skills, Projects, and Contact.It has sections such as Home, About, Skills, Projects, and Contact.Navigation is smooth with menus and quick links for easy access.Navigation is smooth with menus and quick links for easy access.The color scheme and fonts are chosen to look professional.The color scheme and fonts are chosen to look professional.The design is fully responsive, working well on both mobiles andThe design is fully responsive, working well on both mobiles andlaptops.laptops.Images, icons, and project cards make the design moreImages, icons, and project cards make the design more attractive.attractive.The layout focuses on clarity, simplicity, and readability.The layout focuses on clarity, simplicity, and readability.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1028700" y="2359032"/>
            <a:ext cx="18052013"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Features and Functionality </a:t>
            </a:r>
          </a:p>
        </p:txBody>
      </p:sp>
      <p:sp>
        <p:nvSpPr>
          <p:cNvPr id="17" name="TextBox 17"/>
          <p:cNvSpPr txBox="1"/>
          <p:nvPr/>
        </p:nvSpPr>
        <p:spPr>
          <a:xfrm>
            <a:off x="1875975" y="3872878"/>
            <a:ext cx="15415471" cy="4576898"/>
          </a:xfrm>
          <a:prstGeom prst="rect">
            <a:avLst/>
          </a:prstGeom>
        </p:spPr>
        <p:txBody>
          <a:bodyPr lIns="0" tIns="0" rIns="0" bIns="0" rtlCol="0" anchor="t">
            <a:spAutoFit/>
          </a:bodyPr>
          <a:lstStyle/>
          <a:p>
            <a:pPr algn="ctr">
              <a:lnSpc>
                <a:spcPts val="3666"/>
              </a:lnSpc>
            </a:pPr>
            <a:r>
              <a:rPr lang="en-US" sz="2618">
                <a:solidFill>
                  <a:srgbClr val="5A3831"/>
                </a:solidFill>
                <a:latin typeface="Manison SemiExpanded"/>
                <a:ea typeface="Manison SemiExpanded"/>
                <a:cs typeface="Manison SemiExpanded"/>
                <a:sym typeface="Manison SemiExpanded"/>
              </a:rPr>
              <a:t>The website highlights personal information, skills, and projectsupports responsive design, so it looks perfect on any device.showcases. contact form is included to connect with visitors or recruiters.It supports responsive design, so it looks perfect on any device.It has smooth navigation for an easy user experience.A contact form is included to connect with visitors or recruiters.Links to GitHub, LinkedIn, or other platforms are integrated.It has smooth navigation for an easy user experience.Users can view live project demos through provided links.Links to GitHub, LinkedIn, or other platforms are integrated.Overall, the site balances design with real functionality.Users can view live project demos through provided links.Overall, the site balances design with real functionality.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16" name="Group 16"/>
          <p:cNvGrpSpPr/>
          <p:nvPr/>
        </p:nvGrpSpPr>
        <p:grpSpPr>
          <a:xfrm>
            <a:off x="9767822" y="3299219"/>
            <a:ext cx="3356700" cy="6076458"/>
            <a:chOff x="0" y="0"/>
            <a:chExt cx="1312322" cy="2375627"/>
          </a:xfrm>
        </p:grpSpPr>
        <p:sp>
          <p:nvSpPr>
            <p:cNvPr id="17" name="Freeform 17"/>
            <p:cNvSpPr/>
            <p:nvPr/>
          </p:nvSpPr>
          <p:spPr>
            <a:xfrm>
              <a:off x="0" y="0"/>
              <a:ext cx="1312322" cy="2375627"/>
            </a:xfrm>
            <a:custGeom>
              <a:avLst/>
              <a:gdLst/>
              <a:ahLst/>
              <a:cxnLst/>
              <a:rect l="l" t="t" r="r" b="b"/>
              <a:pathLst>
                <a:path w="1312322" h="2375627">
                  <a:moveTo>
                    <a:pt x="0" y="0"/>
                  </a:moveTo>
                  <a:lnTo>
                    <a:pt x="1312322" y="0"/>
                  </a:lnTo>
                  <a:lnTo>
                    <a:pt x="1312322" y="2375627"/>
                  </a:lnTo>
                  <a:lnTo>
                    <a:pt x="0" y="2375627"/>
                  </a:lnTo>
                  <a:close/>
                </a:path>
              </a:pathLst>
            </a:custGeom>
            <a:blipFill>
              <a:blip r:embed="rId18"/>
              <a:stretch>
                <a:fillRect t="-8923" b="-8923"/>
              </a:stretch>
            </a:blipFill>
          </p:spPr>
        </p:sp>
      </p:grpSp>
      <p:sp>
        <p:nvSpPr>
          <p:cNvPr id="18" name="TextBox 18"/>
          <p:cNvSpPr txBox="1"/>
          <p:nvPr/>
        </p:nvSpPr>
        <p:spPr>
          <a:xfrm>
            <a:off x="2040916" y="2191671"/>
            <a:ext cx="15417601" cy="1026783"/>
          </a:xfrm>
          <a:prstGeom prst="rect">
            <a:avLst/>
          </a:prstGeom>
        </p:spPr>
        <p:txBody>
          <a:bodyPr lIns="0" tIns="0" rIns="0" bIns="0" rtlCol="0" anchor="t">
            <a:spAutoFit/>
          </a:bodyPr>
          <a:lstStyle/>
          <a:p>
            <a:pPr algn="ctr">
              <a:lnSpc>
                <a:spcPts val="7368"/>
              </a:lnSpc>
            </a:pPr>
            <a:r>
              <a:rPr lang="en-US" sz="8771" b="1">
                <a:solidFill>
                  <a:srgbClr val="5A3831"/>
                </a:solidFill>
                <a:latin typeface="Manison SemiExpanded Bold"/>
                <a:ea typeface="Manison SemiExpanded Bold"/>
                <a:cs typeface="Manison SemiExpanded Bold"/>
                <a:sym typeface="Manison SemiExpanded Bold"/>
              </a:rPr>
              <a:t>Result and Screenshots </a:t>
            </a:r>
          </a:p>
        </p:txBody>
      </p:sp>
      <p:sp>
        <p:nvSpPr>
          <p:cNvPr id="19" name="TextBox 19"/>
          <p:cNvSpPr txBox="1"/>
          <p:nvPr/>
        </p:nvSpPr>
        <p:spPr>
          <a:xfrm>
            <a:off x="3962609" y="3961404"/>
            <a:ext cx="4018073" cy="4248150"/>
          </a:xfrm>
          <a:prstGeom prst="rect">
            <a:avLst/>
          </a:prstGeom>
        </p:spPr>
        <p:txBody>
          <a:bodyPr lIns="0" tIns="0" rIns="0" bIns="0" rtlCol="0" anchor="t">
            <a:spAutoFit/>
          </a:bodyPr>
          <a:lstStyle/>
          <a:p>
            <a:pPr algn="ctr">
              <a:lnSpc>
                <a:spcPts val="4200"/>
              </a:lnSpc>
            </a:pPr>
            <a:r>
              <a:rPr lang="en-US" sz="3000">
                <a:solidFill>
                  <a:srgbClr val="5A3831"/>
                </a:solidFill>
                <a:latin typeface="Canva Sans"/>
                <a:ea typeface="Canva Sans"/>
                <a:cs typeface="Canva Sans"/>
                <a:sym typeface="Canva Sans"/>
              </a:rPr>
              <a:t>The final portfolio website is fully functional and responsive.</a:t>
            </a:r>
          </a:p>
          <a:p>
            <a:pPr algn="ctr">
              <a:lnSpc>
                <a:spcPts val="4200"/>
              </a:lnSpc>
            </a:pPr>
            <a:r>
              <a:rPr lang="en-US" sz="3000">
                <a:solidFill>
                  <a:srgbClr val="5A3831"/>
                </a:solidFill>
                <a:latin typeface="Canva Sans"/>
                <a:ea typeface="Canva Sans"/>
                <a:cs typeface="Canva Sans"/>
                <a:sym typeface="Canva Sans"/>
              </a:rPr>
              <a:t>Screenshots show different types of Home,About and projects.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3675849" y="1643489"/>
            <a:ext cx="10936302" cy="1402644"/>
          </a:xfrm>
          <a:prstGeom prst="rect">
            <a:avLst/>
          </a:prstGeom>
        </p:spPr>
        <p:txBody>
          <a:bodyPr lIns="0" tIns="0" rIns="0" bIns="0" rtlCol="0" anchor="t">
            <a:spAutoFit/>
          </a:bodyPr>
          <a:lstStyle/>
          <a:p>
            <a:pPr algn="ctr">
              <a:lnSpc>
                <a:spcPts val="10027"/>
              </a:lnSpc>
            </a:pPr>
            <a:r>
              <a:rPr lang="en-US" sz="11937" b="1">
                <a:solidFill>
                  <a:srgbClr val="5A3831"/>
                </a:solidFill>
                <a:latin typeface="Manison SemiExpanded Bold"/>
                <a:ea typeface="Manison SemiExpanded Bold"/>
                <a:cs typeface="Manison SemiExpanded Bold"/>
                <a:sym typeface="Manison SemiExpanded Bold"/>
              </a:rPr>
              <a:t>Conclusion </a:t>
            </a:r>
          </a:p>
        </p:txBody>
      </p:sp>
      <p:sp>
        <p:nvSpPr>
          <p:cNvPr id="17" name="TextBox 17"/>
          <p:cNvSpPr txBox="1"/>
          <p:nvPr/>
        </p:nvSpPr>
        <p:spPr>
          <a:xfrm>
            <a:off x="2000440" y="2906931"/>
            <a:ext cx="14287121" cy="5568029"/>
          </a:xfrm>
          <a:prstGeom prst="rect">
            <a:avLst/>
          </a:prstGeom>
        </p:spPr>
        <p:txBody>
          <a:bodyPr lIns="0" tIns="0" rIns="0" bIns="0" rtlCol="0" anchor="t">
            <a:spAutoFit/>
          </a:bodyPr>
          <a:lstStyle/>
          <a:p>
            <a:pPr algn="ctr">
              <a:lnSpc>
                <a:spcPts val="3694"/>
              </a:lnSpc>
            </a:pPr>
            <a:r>
              <a:rPr lang="en-US" sz="2638">
                <a:solidFill>
                  <a:srgbClr val="5A3831"/>
                </a:solidFill>
                <a:latin typeface="Manison SemiExpanded"/>
                <a:ea typeface="Manison SemiExpanded"/>
                <a:cs typeface="Manison SemiExpanded"/>
                <a:sym typeface="Manison SemiExpanded"/>
              </a:rPr>
              <a:t>The project successfully solves the problem of professionalpresentation.The project successfully solves the problem of professional presentatioIt creates a strong online presence for students and professionals.It creates a strong online presence for students and professionals.The portfolio is easy to use, well-designed, and highly responsive.The portfolio is easy to use, well-designed, and highly responsive.It helps in personal branding and career growth opportunities.It helps in personal branding and career growth opportunities.The design and tools used make it simple yet powerful.The design and tools used make it simple yet powerful.Future improvements can include adding animations or blogs.Future improvements can include adding animations or blogs.It shows the importance of a digital portfolio in today’s world.It shows the importance of a digital portfolio in today’s world.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1460466" y="2324247"/>
            <a:ext cx="15367069" cy="1636383"/>
          </a:xfrm>
          <a:prstGeom prst="rect">
            <a:avLst/>
          </a:prstGeom>
        </p:spPr>
        <p:txBody>
          <a:bodyPr lIns="0" tIns="0" rIns="0" bIns="0" rtlCol="0" anchor="t">
            <a:spAutoFit/>
          </a:bodyPr>
          <a:lstStyle/>
          <a:p>
            <a:pPr algn="ctr">
              <a:lnSpc>
                <a:spcPts val="11689"/>
              </a:lnSpc>
            </a:pPr>
            <a:r>
              <a:rPr lang="en-US" sz="13916" b="1">
                <a:solidFill>
                  <a:srgbClr val="5A3831"/>
                </a:solidFill>
                <a:latin typeface="Manison SemiExpanded Bold"/>
                <a:ea typeface="Manison SemiExpanded Bold"/>
                <a:cs typeface="Manison SemiExpanded Bold"/>
                <a:sym typeface="Manison SemiExpanded Bold"/>
              </a:rPr>
              <a:t>GitHub Link</a:t>
            </a:r>
          </a:p>
        </p:txBody>
      </p:sp>
      <p:sp>
        <p:nvSpPr>
          <p:cNvPr id="17" name="TextBox 17"/>
          <p:cNvSpPr txBox="1"/>
          <p:nvPr/>
        </p:nvSpPr>
        <p:spPr>
          <a:xfrm>
            <a:off x="2090225" y="5076825"/>
            <a:ext cx="15355193" cy="609042"/>
          </a:xfrm>
          <a:prstGeom prst="rect">
            <a:avLst/>
          </a:prstGeom>
        </p:spPr>
        <p:txBody>
          <a:bodyPr lIns="0" tIns="0" rIns="0" bIns="0" rtlCol="0" anchor="t">
            <a:spAutoFit/>
          </a:bodyPr>
          <a:lstStyle/>
          <a:p>
            <a:pPr algn="l">
              <a:lnSpc>
                <a:spcPts val="5025"/>
              </a:lnSpc>
            </a:pPr>
            <a:r>
              <a:rPr lang="en-US" sz="3589" b="1">
                <a:solidFill>
                  <a:srgbClr val="5A3831"/>
                </a:solidFill>
                <a:latin typeface="Canva Sans Bold"/>
                <a:ea typeface="Canva Sans Bold"/>
                <a:cs typeface="Canva Sans Bold"/>
                <a:sym typeface="Canva Sans Bold"/>
              </a:rPr>
              <a:t>https://purushothaman2006152.github.io/purushothaman_portfolio/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BDC"/>
        </a:solidFill>
        <a:effectLst/>
      </p:bgPr>
    </p:bg>
    <p:spTree>
      <p:nvGrpSpPr>
        <p:cNvPr id="1" name=""/>
        <p:cNvGrpSpPr/>
        <p:nvPr/>
      </p:nvGrpSpPr>
      <p:grpSpPr>
        <a:xfrm>
          <a:off x="0" y="0"/>
          <a:ext cx="0" cy="0"/>
          <a:chOff x="0" y="0"/>
          <a:chExt cx="0" cy="0"/>
        </a:xfrm>
      </p:grpSpPr>
      <p:sp>
        <p:nvSpPr>
          <p:cNvPr id="2" name="Freeform 2"/>
          <p:cNvSpPr/>
          <p:nvPr/>
        </p:nvSpPr>
        <p:spPr>
          <a:xfrm rot="655863" flipH="1">
            <a:off x="-2718108" y="7914948"/>
            <a:ext cx="6863334" cy="5881426"/>
          </a:xfrm>
          <a:custGeom>
            <a:avLst/>
            <a:gdLst/>
            <a:ahLst/>
            <a:cxnLst/>
            <a:rect l="l" t="t" r="r" b="b"/>
            <a:pathLst>
              <a:path w="6863334" h="5881426">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277970">
            <a:off x="14614314" y="8038309"/>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9767822" y="9456441"/>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4023618" y="9456441"/>
            <a:ext cx="6729198" cy="4114800"/>
          </a:xfrm>
          <a:custGeom>
            <a:avLst/>
            <a:gdLst/>
            <a:ahLst/>
            <a:cxnLst/>
            <a:rect l="l" t="t" r="r" b="b"/>
            <a:pathLst>
              <a:path w="6729198" h="4114800">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81425" y="9258300"/>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146571" y="9531439"/>
            <a:ext cx="2483292" cy="1324222"/>
          </a:xfrm>
          <a:custGeom>
            <a:avLst/>
            <a:gdLst/>
            <a:ahLst/>
            <a:cxnLst/>
            <a:rect l="l" t="t" r="r" b="b"/>
            <a:pathLst>
              <a:path w="2483292" h="132422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rot="-10209537" flipH="1">
            <a:off x="14026850" y="-3520368"/>
            <a:ext cx="6863334" cy="5881426"/>
          </a:xfrm>
          <a:custGeom>
            <a:avLst/>
            <a:gdLst/>
            <a:ahLst/>
            <a:cxnLst/>
            <a:rect l="l" t="t" r="r" b="b"/>
            <a:pathLst>
              <a:path w="6863334" h="5881426">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587429">
            <a:off x="-1724223" y="-2557377"/>
            <a:ext cx="5289973" cy="5109779"/>
          </a:xfrm>
          <a:custGeom>
            <a:avLst/>
            <a:gdLst/>
            <a:ahLst/>
            <a:cxnLst/>
            <a:rect l="l" t="t" r="r" b="b"/>
            <a:pathLst>
              <a:path w="5289973" h="5109779">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10734599" flipH="1">
            <a:off x="3549481" y="-3076798"/>
            <a:ext cx="4844329" cy="4114800"/>
          </a:xfrm>
          <a:custGeom>
            <a:avLst/>
            <a:gdLst/>
            <a:ahLst/>
            <a:cxnLst/>
            <a:rect l="l" t="t" r="r" b="b"/>
            <a:pathLst>
              <a:path w="4844329" h="4114800">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734599" flipV="1">
            <a:off x="7407947" y="-3168142"/>
            <a:ext cx="6729198" cy="4114800"/>
          </a:xfrm>
          <a:custGeom>
            <a:avLst/>
            <a:gdLst/>
            <a:ahLst/>
            <a:cxnLst/>
            <a:rect l="l" t="t" r="r" b="b"/>
            <a:pathLst>
              <a:path w="6729198" h="4114800">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rot="10734599">
            <a:off x="16306976" y="-1033801"/>
            <a:ext cx="1694549" cy="2057400"/>
          </a:xfrm>
          <a:custGeom>
            <a:avLst/>
            <a:gdLst/>
            <a:ahLst/>
            <a:cxnLst/>
            <a:rect l="l" t="t" r="r" b="b"/>
            <a:pathLst>
              <a:path w="1694549" h="2057400">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rot="10734599">
            <a:off x="9556016" y="-452802"/>
            <a:ext cx="2483292" cy="1324222"/>
          </a:xfrm>
          <a:custGeom>
            <a:avLst/>
            <a:gdLst/>
            <a:ahLst/>
            <a:cxnLst/>
            <a:rect l="l" t="t" r="r" b="b"/>
            <a:pathLst>
              <a:path w="2483292" h="132422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3694423" y="-2436222"/>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10393908" y="9531439"/>
            <a:ext cx="2277223" cy="2833649"/>
          </a:xfrm>
          <a:custGeom>
            <a:avLst/>
            <a:gdLst/>
            <a:ahLst/>
            <a:cxnLst/>
            <a:rect l="l" t="t" r="r" b="b"/>
            <a:pathLst>
              <a:path w="2277223" h="2833649">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6" name="TextBox 16"/>
          <p:cNvSpPr txBox="1"/>
          <p:nvPr/>
        </p:nvSpPr>
        <p:spPr>
          <a:xfrm>
            <a:off x="1460466" y="4530873"/>
            <a:ext cx="15367069" cy="1636383"/>
          </a:xfrm>
          <a:prstGeom prst="rect">
            <a:avLst/>
          </a:prstGeom>
        </p:spPr>
        <p:txBody>
          <a:bodyPr lIns="0" tIns="0" rIns="0" bIns="0" rtlCol="0" anchor="t">
            <a:spAutoFit/>
          </a:bodyPr>
          <a:lstStyle/>
          <a:p>
            <a:pPr algn="ctr">
              <a:lnSpc>
                <a:spcPts val="11689"/>
              </a:lnSpc>
            </a:pPr>
            <a:r>
              <a:rPr lang="en-US" sz="13916" b="1">
                <a:solidFill>
                  <a:srgbClr val="5A3831"/>
                </a:solidFill>
                <a:latin typeface="Manison SemiExpanded Bold"/>
                <a:ea typeface="Manison SemiExpanded Bold"/>
                <a:cs typeface="Manison SemiExpanded Bold"/>
                <a:sym typeface="Manison SemiExpa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Illustrative Abstract Group Project Presentation</dc:title>
  <cp:lastModifiedBy>Guest User</cp:lastModifiedBy>
  <cp:revision>3</cp:revision>
  <dcterms:created xsi:type="dcterms:W3CDTF">2006-08-16T00:00:00Z</dcterms:created>
  <dcterms:modified xsi:type="dcterms:W3CDTF">2025-09-12T09:18:08Z</dcterms:modified>
  <dc:identifier>DAGyvmwsrI0</dc:identifier>
</cp:coreProperties>
</file>